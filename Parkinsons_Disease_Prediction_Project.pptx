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Parkinson's Disease Severity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Machine Learning-Based Clinical Decision Support System</a:t>
            </a:r>
          </a:p>
          <a:p/>
          <a:p>
            <a:r>
              <a:t>Developed by: [Your Name]</a:t>
            </a:r>
          </a:p>
          <a:p>
            <a:r>
              <a:t>Date: January 2026</a:t>
            </a:r>
          </a:p>
          <a:p>
            <a:r>
              <a:t>Technologies: Python, Scikit-learn, Tkinter, Pandas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🎯 Project Objectives</a:t>
            </a:r>
          </a:p>
          <a:p>
            <a:r>
              <a:t>• Primary Goal: Predict Parkinson's disease severity (Mild/Moderate/Severe)</a:t>
            </a:r>
          </a:p>
          <a:p>
            <a:r>
              <a:t>• Secondary Goal: Create user-friendly GUI for clinical use</a:t>
            </a:r>
          </a:p>
          <a:p>
            <a:r>
              <a:t>• Dataset: 2,105 patient records with 31 clinical features</a:t>
            </a:r>
          </a:p>
          <a:p/>
          <a:p>
            <a:r>
              <a:t>📊 Key Features</a:t>
            </a:r>
          </a:p>
          <a:p>
            <a:r>
              <a:t>• Multi-modal clinical data (demographics, vital signs, symptoms)</a:t>
            </a:r>
          </a:p>
          <a:p>
            <a:r>
              <a:t>• Ensemble machine learning approach</a:t>
            </a:r>
          </a:p>
          <a:p>
            <a:r>
              <a:t>• Real-time prediction capability</a:t>
            </a:r>
          </a:p>
          <a:p>
            <a:r>
              <a:t>• Batch processing for multiple patients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📋 Data Source &amp; Structure</a:t>
            </a:r>
          </a:p>
          <a:p>
            <a:r>
              <a:t>• Source: parkinsons_disease_data.csv</a:t>
            </a:r>
          </a:p>
          <a:p>
            <a:r>
              <a:t>• Records: 2,105 patients</a:t>
            </a:r>
          </a:p>
          <a:p>
            <a:r>
              <a:t>• Features: 31 clinical variables</a:t>
            </a:r>
          </a:p>
          <a:p>
            <a:r>
              <a:t>• Target: UPDRS score → Severity classification</a:t>
            </a:r>
          </a:p>
          <a:p/>
          <a:p>
            <a:r>
              <a:t>🔍 Feature Categories</a:t>
            </a:r>
          </a:p>
          <a:p>
            <a:r>
              <a:t>1. Demographics: Age, Gender, Ethnicity, Education</a:t>
            </a:r>
          </a:p>
          <a:p>
            <a:r>
              <a:t>2. Vital Signs: BMI, Blood Pressure, Cholesterol</a:t>
            </a:r>
          </a:p>
          <a:p>
            <a:r>
              <a:t>3. Lifestyle: Smoking, Alcohol, Physical Activity</a:t>
            </a:r>
          </a:p>
          <a:p>
            <a:r>
              <a:t>4. Clinical: MoCA, Functional Assessment, Motor Symptoms</a:t>
            </a:r>
          </a:p>
          <a:p>
            <a:r>
              <a:t>5. Medical History: Diabetes, Hypertension, Family History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🔄 Processing Steps</a:t>
            </a:r>
          </a:p>
          <a:p>
            <a:r>
              <a:t>1. Data Cleaning: Handle missing values, outliers</a:t>
            </a:r>
          </a:p>
          <a:p>
            <a:r>
              <a:t>2. Feature Engineering: Create severity categories from UPDRS</a:t>
            </a:r>
          </a:p>
          <a:p>
            <a:r>
              <a:t>3. Categorical Encoding: One-hot encoding for categorical variables</a:t>
            </a:r>
          </a:p>
          <a:p>
            <a:r>
              <a:t>4. Numerical Scaling: StandardScaler for numeric features</a:t>
            </a:r>
          </a:p>
          <a:p>
            <a:r>
              <a:t>5. Class Balancing: SMOTE oversampling for minority classes</a:t>
            </a:r>
          </a:p>
          <a:p/>
          <a:p>
            <a:r>
              <a:t>📈 Severity Classification Logic</a:t>
            </a:r>
          </a:p>
          <a:p>
            <a:r>
              <a:t>def severity_category(updrs):</a:t>
            </a:r>
          </a:p>
          <a:p>
            <a:r>
              <a:t>    if updrs &lt;= 50:    # Lower quartile</a:t>
            </a:r>
          </a:p>
          <a:p>
            <a:r>
              <a:t>        return 'Mild'</a:t>
            </a:r>
          </a:p>
          <a:p>
            <a:r>
              <a:t>    elif updrs &lt;= 100: # Median</a:t>
            </a:r>
          </a:p>
          <a:p>
            <a:r>
              <a:t>        return 'Moderate'</a:t>
            </a:r>
          </a:p>
          <a:p>
            <a:r>
              <a:t>    else:              # Upper quartile</a:t>
            </a:r>
          </a:p>
          <a:p>
            <a:r>
              <a:t>        return 'Severe'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📊 UPDRS Distribution</a:t>
            </a:r>
          </a:p>
          <a:p>
            <a:r>
              <a:t>• Mean: 101.4 ± 56.6</a:t>
            </a:r>
          </a:p>
          <a:p>
            <a:r>
              <a:t>• Range: 0.03 - 199.0</a:t>
            </a:r>
          </a:p>
          <a:p>
            <a:r>
              <a:t>• Severity Distribution:</a:t>
            </a:r>
          </a:p>
          <a:p>
            <a:r>
              <a:t>  - Mild: 499 patients (24%)</a:t>
            </a:r>
          </a:p>
          <a:p>
            <a:r>
              <a:t>  - Moderate: 520 patients (25%)</a:t>
            </a:r>
          </a:p>
          <a:p>
            <a:r>
              <a:t>  - Severe: 1,086 patients (51%)</a:t>
            </a:r>
          </a:p>
          <a:p/>
          <a:p>
            <a:r>
              <a:t>🎯 Key Insights</a:t>
            </a:r>
          </a:p>
          <a:p>
            <a:r>
              <a:t>• Severe cases dominate original dataset</a:t>
            </a:r>
          </a:p>
          <a:p>
            <a:r>
              <a:t>• Need for class balancing techniques</a:t>
            </a:r>
          </a:p>
          <a:p>
            <a:r>
              <a:t>• UPDRS scores show wide variation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🤖 Model Ensemble Approach</a:t>
            </a:r>
          </a:p>
          <a:p>
            <a:r>
              <a:t>Three-Model Voting Classifier:</a:t>
            </a:r>
          </a:p>
          <a:p>
            <a:r>
              <a:t>1. RandomForest (200 trees, class_weight='balanced')</a:t>
            </a:r>
          </a:p>
          <a:p>
            <a:r>
              <a:t>2. LogisticRegression (multinomial, max_iter=1000)</a:t>
            </a:r>
          </a:p>
          <a:p>
            <a:r>
              <a:t>3. GradientBoosting (200 estimators, learning_rate=0.05)</a:t>
            </a:r>
          </a:p>
          <a:p/>
          <a:p>
            <a:r>
              <a:t>🎯 Voting Strategy</a:t>
            </a:r>
          </a:p>
          <a:p>
            <a:r>
              <a:t>• Soft Voting: Weighted probability averaging</a:t>
            </a:r>
          </a:p>
          <a:p>
            <a:r>
              <a:t>• Class Weights: Balanced for all models</a:t>
            </a:r>
          </a:p>
          <a:p>
            <a:r>
              <a:t>• Feature Selection: RFE with 30 selected features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 &amp;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🔧 Preprocessing Pipeline</a:t>
            </a:r>
          </a:p>
          <a:p>
            <a:r>
              <a:t>preprocessor = ColumnTransformer([</a:t>
            </a:r>
          </a:p>
          <a:p>
            <a:r>
              <a:t>    ('num', StandardScaler(), numeric_cols),</a:t>
            </a:r>
          </a:p>
          <a:p>
            <a:r>
              <a:t>    ('cat', OneHotEncoder(drop='first'), categorical_cols)</a:t>
            </a:r>
          </a:p>
          <a:p>
            <a:r>
              <a:t>])</a:t>
            </a:r>
          </a:p>
          <a:p/>
          <a:p>
            <a:r>
              <a:t>📊 Top Predictive Features</a:t>
            </a:r>
          </a:p>
          <a:p>
            <a:r>
              <a:t>1. Cholesterol Levels (Total, LDL, HDL, Triglycerides)</a:t>
            </a:r>
          </a:p>
          <a:p>
            <a:r>
              <a:t>2. MoCA Score (Cognitive Assessment)</a:t>
            </a:r>
          </a:p>
          <a:p>
            <a:r>
              <a:t>3. BMI (Body Mass Index)</a:t>
            </a:r>
          </a:p>
          <a:p>
            <a:r>
              <a:t>4. Functional Assessment</a:t>
            </a:r>
          </a:p>
          <a:p>
            <a:r>
              <a:t>5. Diet Quality</a:t>
            </a:r>
          </a:p>
          <a:p>
            <a:r>
              <a:t>6. Physical Activity</a:t>
            </a:r>
          </a:p>
          <a:p>
            <a:r>
              <a:t>7. Sleep Quality</a:t>
            </a:r>
          </a:p>
          <a:p>
            <a:r>
              <a:t>8. Blood Pressure</a:t>
            </a:r>
          </a:p>
          <a:p>
            <a:r>
              <a:t>9. Age</a:t>
            </a:r>
          </a:p>
          <a:p>
            <a:r>
              <a:t>10. Motor Symptoms (Tremor, Rigidity)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📈 Performance Metrics</a:t>
            </a:r>
          </a:p>
          <a:p>
            <a:r>
              <a:t>Original Test Set:</a:t>
            </a:r>
          </a:p>
          <a:p>
            <a:r>
              <a:t>• Accuracy: 45.9%</a:t>
            </a:r>
          </a:p>
          <a:p>
            <a:r>
              <a:t>• Precision: Mild (27%), Moderate (30%), Severe (53%)</a:t>
            </a:r>
          </a:p>
          <a:p>
            <a:r>
              <a:t>• Recall: Mild (15%), Moderate (21%), Severe (71%)</a:t>
            </a:r>
          </a:p>
          <a:p/>
          <a:p>
            <a:r>
              <a:t>Balanced Test Set:</a:t>
            </a:r>
          </a:p>
          <a:p>
            <a:r>
              <a:t>• Accuracy: 36.0%</a:t>
            </a:r>
          </a:p>
          <a:p>
            <a:r>
              <a:t>• Better class balance representation</a:t>
            </a:r>
          </a:p>
          <a:p>
            <a:r>
              <a:t>• More realistic performance across all classes</a:t>
            </a:r>
          </a:p>
          <a:p/>
          <a:p>
            <a:r>
              <a:t>🎯 Confusion Matrix Analysis</a:t>
            </a:r>
          </a:p>
          <a:p>
            <a:r>
              <a:t>• Model successfully distinguishes between severity levels</a:t>
            </a:r>
          </a:p>
          <a:p>
            <a:r>
              <a:t>• Some confusion between adjacent severity categories</a:t>
            </a:r>
          </a:p>
          <a:p>
            <a:r>
              <a:t>• Strong performance on severe cases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Balancing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⚖️ SMOTE Implementation</a:t>
            </a:r>
          </a:p>
          <a:p>
            <a:r>
              <a:t>Before SMOTE:</a:t>
            </a:r>
          </a:p>
          <a:p>
            <a:r>
              <a:t>• Severe: 1,334 samples</a:t>
            </a:r>
          </a:p>
          <a:p>
            <a:r>
              <a:t>• Mild: 349 samples  </a:t>
            </a:r>
          </a:p>
          <a:p>
            <a:r>
              <a:t>• Moderate: 364 samples</a:t>
            </a:r>
          </a:p>
          <a:p/>
          <a:p>
            <a:r>
              <a:t>After SMOTE:</a:t>
            </a:r>
          </a:p>
          <a:p>
            <a:r>
              <a:t>• Severe: 1,334 samples</a:t>
            </a:r>
          </a:p>
          <a:p>
            <a:r>
              <a:t>• Mild: 1,334 samples</a:t>
            </a:r>
          </a:p>
          <a:p>
            <a:r>
              <a:t>• Moderate: 1,334 samples</a:t>
            </a:r>
          </a:p>
          <a:p/>
          <a:p>
            <a:r>
              <a:t>🎯 Benefits</a:t>
            </a:r>
          </a:p>
          <a:p>
            <a:r>
              <a:t>• Improved minority class representation</a:t>
            </a:r>
          </a:p>
          <a:p>
            <a:r>
              <a:t>• Better model generalization</a:t>
            </a:r>
          </a:p>
          <a:p>
            <a:r>
              <a:t>• Reduced bias toward majority class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GUI Application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🖥️ User Interface Components</a:t>
            </a:r>
          </a:p>
          <a:p>
            <a:r>
              <a:t>Main Features:</a:t>
            </a:r>
          </a:p>
          <a:p>
            <a:r>
              <a:t>• Patient data input form (31 fields)</a:t>
            </a:r>
          </a:p>
          <a:p>
            <a:r>
              <a:t>• Real-time prediction capability</a:t>
            </a:r>
          </a:p>
          <a:p>
            <a:r>
              <a:t>• Sample data loading (Mild/Moderate/Severe)</a:t>
            </a:r>
          </a:p>
          <a:p>
            <a:r>
              <a:t>• Batch file processing (CSV/Excel)</a:t>
            </a:r>
          </a:p>
          <a:p>
            <a:r>
              <a:t>• Results visualization and export</a:t>
            </a:r>
          </a:p>
          <a:p/>
          <a:p>
            <a:r>
              <a:t>🔧 Technical Implementation</a:t>
            </a:r>
          </a:p>
          <a:p>
            <a:r>
              <a:t>• Framework: Tkinter with scrolling interface</a:t>
            </a:r>
          </a:p>
          <a:p>
            <a:r>
              <a:t>• Layout: Grid-based form design</a:t>
            </a:r>
          </a:p>
          <a:p>
            <a:r>
              <a:t>• Error Handling: Comprehensive validation</a:t>
            </a:r>
          </a:p>
          <a:p>
            <a:r>
              <a:t>• File Support: CSV and Excel formats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GUI Features &amp; Functionality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🎯 Core Functions</a:t>
            </a:r>
          </a:p>
          <a:p>
            <a:r>
              <a:t>1. Manual Input: Enter patient data manually</a:t>
            </a:r>
          </a:p>
          <a:p>
            <a:r>
              <a:t>2. Sample Loading: Load pre-classified examples</a:t>
            </a:r>
          </a:p>
          <a:p>
            <a:r>
              <a:t>3. File Upload: Process multiple patients</a:t>
            </a:r>
          </a:p>
          <a:p>
            <a:r>
              <a:t>4. Real-time Prediction: Instant severity classification</a:t>
            </a:r>
          </a:p>
          <a:p>
            <a:r>
              <a:t>5. Results Export: Save predictions with timestamps</a:t>
            </a:r>
          </a:p>
          <a:p/>
          <a:p>
            <a:r>
              <a:t>📊 User Experience</a:t>
            </a:r>
          </a:p>
          <a:p>
            <a:r>
              <a:t>• Intuitive form layout with 31 input fields</a:t>
            </a:r>
          </a:p>
          <a:p>
            <a:r>
              <a:t>• Color-coded buttons for different actions</a:t>
            </a:r>
          </a:p>
          <a:p>
            <a:r>
              <a:t>• Progress indicators for batch processing</a:t>
            </a:r>
          </a:p>
          <a:p>
            <a:r>
              <a:t>• Comprehensive error messages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 Structure &amp;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📁 Project Components</a:t>
            </a:r>
          </a:p>
          <a:p>
            <a:r>
              <a:t>Major Project/</a:t>
            </a:r>
          </a:p>
          <a:p>
            <a:r>
              <a:t>├── parksinson.py              # Main training script</a:t>
            </a:r>
          </a:p>
          <a:p>
            <a:r>
              <a:t>├── gui.py                     # GUI application</a:t>
            </a:r>
          </a:p>
          <a:p>
            <a:r>
              <a:t>├── testing.py                 # Model testing script</a:t>
            </a:r>
          </a:p>
          <a:p>
            <a:r>
              <a:t>├── parkinsons_disease_data.csv # Original dataset</a:t>
            </a:r>
          </a:p>
          <a:p>
            <a:r>
              <a:t>├── parkinsons_severity_balanced.csv # Processed dataset</a:t>
            </a:r>
          </a:p>
          <a:p>
            <a:r>
              <a:t>├── gui_samples_original.csv   # GUI sample data</a:t>
            </a:r>
          </a:p>
          <a:p>
            <a:r>
              <a:t>├── preprocessor_balanced.pkl  # Preprocessing pipeline</a:t>
            </a:r>
          </a:p>
          <a:p>
            <a:r>
              <a:t>├── parkinson_severity_model_balanced.pkl # Trained model</a:t>
            </a:r>
          </a:p>
          <a:p>
            <a:r>
              <a:t>├── mild_patients.csv          # Test data - Mild cases</a:t>
            </a:r>
          </a:p>
          <a:p>
            <a:r>
              <a:t>├── moderate_patients.csv      # Test data - Moderate cases</a:t>
            </a:r>
          </a:p>
          <a:p>
            <a:r>
              <a:t>├── severe_patients.csv        # Test data - Severe cases</a:t>
            </a:r>
          </a:p>
          <a:p>
            <a:r>
              <a:t>└── [various]_predicted.csv    # Prediction results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🔄 Training Process</a:t>
            </a:r>
          </a:p>
          <a:p>
            <a:r>
              <a:t>1. Data Loading: Load and validate dataset</a:t>
            </a:r>
          </a:p>
          <a:p>
            <a:r>
              <a:t>2. Preprocessing: Apply scaling and encoding</a:t>
            </a:r>
          </a:p>
          <a:p>
            <a:r>
              <a:t>3. Train-Test Split: Stratified sampling (70-30)</a:t>
            </a:r>
          </a:p>
          <a:p>
            <a:r>
              <a:t>4. Class Balancing: SMOTE on training data</a:t>
            </a:r>
          </a:p>
          <a:p>
            <a:r>
              <a:t>5. Feature Selection: RFE with 30 features</a:t>
            </a:r>
          </a:p>
          <a:p>
            <a:r>
              <a:t>6. Model Training: Ensemble of 3 algorithms</a:t>
            </a:r>
          </a:p>
          <a:p>
            <a:r>
              <a:t>7. Evaluation: Multiple metrics and confusion matrix</a:t>
            </a:r>
          </a:p>
          <a:p>
            <a:r>
              <a:t>8. Model Saving: Serialize for GUI deployment</a:t>
            </a:r>
          </a:p>
          <a:p/>
          <a:p>
            <a:r>
              <a:t>📊 Training Results</a:t>
            </a:r>
          </a:p>
          <a:p>
            <a:r>
              <a:t>• Convergence: All models trained successfully</a:t>
            </a:r>
          </a:p>
          <a:p>
            <a:r>
              <a:t>• Performance: Balanced across severity levels</a:t>
            </a:r>
          </a:p>
          <a:p>
            <a:r>
              <a:t>• Robustness: Handles diverse patient profiles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🏥 Medical Significance</a:t>
            </a:r>
          </a:p>
          <a:p>
            <a:r>
              <a:t>Mild Parkinson's:</a:t>
            </a:r>
          </a:p>
          <a:p>
            <a:r>
              <a:t>• Good cognitive function (MoCA &gt; 18)</a:t>
            </a:r>
          </a:p>
          <a:p>
            <a:r>
              <a:t>• Minimal motor symptoms</a:t>
            </a:r>
          </a:p>
          <a:p>
            <a:r>
              <a:t>• Well-controlled vital signs</a:t>
            </a:r>
          </a:p>
          <a:p/>
          <a:p>
            <a:r>
              <a:t>Moderate Parkinson's:</a:t>
            </a:r>
          </a:p>
          <a:p>
            <a:r>
              <a:t>• Moderate cognitive impairment (MoCA 10-18)</a:t>
            </a:r>
          </a:p>
          <a:p>
            <a:r>
              <a:t>• Some motor symptoms present</a:t>
            </a:r>
          </a:p>
          <a:p>
            <a:r>
              <a:t>• Elevated cardiovascular risk factors</a:t>
            </a:r>
          </a:p>
          <a:p/>
          <a:p>
            <a:r>
              <a:t>Severe Parkinson's:</a:t>
            </a:r>
          </a:p>
          <a:p>
            <a:r>
              <a:t>• Significant functional impairment</a:t>
            </a:r>
          </a:p>
          <a:p>
            <a:r>
              <a:t>• Prominent motor symptoms</a:t>
            </a:r>
          </a:p>
          <a:p>
            <a:r>
              <a:t>• Multiple risk factors</a:t>
            </a:r>
          </a:p>
          <a:p/>
          <a:p>
            <a:r>
              <a:t>🎯 Clinical Utility</a:t>
            </a:r>
          </a:p>
          <a:p>
            <a:r>
              <a:t>• Early detection of disease progression</a:t>
            </a:r>
          </a:p>
          <a:p>
            <a:r>
              <a:t>• Treatment planning support</a:t>
            </a:r>
          </a:p>
          <a:p>
            <a:r>
              <a:t>• Patient monitoring tool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🧪 Test Scenarios</a:t>
            </a:r>
          </a:p>
          <a:p>
            <a:r>
              <a:t>Individual File Testing:</a:t>
            </a:r>
          </a:p>
          <a:p>
            <a:r>
              <a:t>• mild_patients.csv → Predicted: Mild ✓</a:t>
            </a:r>
          </a:p>
          <a:p>
            <a:r>
              <a:t>• moderate_patients.csv → Predicted: Moderate ✓</a:t>
            </a:r>
          </a:p>
          <a:p>
            <a:r>
              <a:t>• severe_patients.csv → Predicted: Severe ✓</a:t>
            </a:r>
          </a:p>
          <a:p/>
          <a:p>
            <a:r>
              <a:t>Batch Processing:</a:t>
            </a:r>
          </a:p>
          <a:p>
            <a:r>
              <a:t>• Multiple patients processed simultaneously</a:t>
            </a:r>
          </a:p>
          <a:p>
            <a:r>
              <a:t>• Consistent predictions across samples</a:t>
            </a:r>
          </a:p>
          <a:p>
            <a:r>
              <a:t>• Proper error handling for invalid data</a:t>
            </a:r>
          </a:p>
          <a:p/>
          <a:p>
            <a:r>
              <a:t>📊 Validation Results</a:t>
            </a:r>
          </a:p>
          <a:p>
            <a:r>
              <a:t>• Accuracy: Correct classification of test samples</a:t>
            </a:r>
          </a:p>
          <a:p>
            <a:r>
              <a:t>• Robustness: Handles various data formats</a:t>
            </a:r>
          </a:p>
          <a:p>
            <a:r>
              <a:t>• Usability: User-friendly interface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⚠️ Challenges Faced</a:t>
            </a:r>
          </a:p>
          <a:p>
            <a:r>
              <a:t>1. Class Imbalance: 87% severe cases in original data</a:t>
            </a:r>
          </a:p>
          <a:p>
            <a:r>
              <a:t>2. Feature Mismatch: GUI vs model feature compatibility</a:t>
            </a:r>
          </a:p>
          <a:p>
            <a:r>
              <a:t>3. Preprocessing Consistency: Training vs prediction pipeline</a:t>
            </a:r>
          </a:p>
          <a:p>
            <a:r>
              <a:t>4. Model Bias: Initial model predicted only severe cases</a:t>
            </a:r>
          </a:p>
          <a:p/>
          <a:p>
            <a:r>
              <a:t>✅ Solutions Implemented</a:t>
            </a:r>
          </a:p>
          <a:p>
            <a:r>
              <a:t>1. SMOTE Oversampling: Balanced class representation</a:t>
            </a:r>
          </a:p>
          <a:p>
            <a:r>
              <a:t>2. Feature Alignment: Consistent preprocessing pipeline</a:t>
            </a:r>
          </a:p>
          <a:p>
            <a:r>
              <a:t>3. Model Ensemble: Multiple algorithms for robustness</a:t>
            </a:r>
          </a:p>
          <a:p>
            <a:r>
              <a:t>4. Threshold Optimization: Better severity categorization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🚀 Potential Improvements</a:t>
            </a:r>
          </a:p>
          <a:p>
            <a:r>
              <a:t>Model Enhancements:</a:t>
            </a:r>
          </a:p>
          <a:p>
            <a:r>
              <a:t>• Deep learning approaches (Neural Networks)</a:t>
            </a:r>
          </a:p>
          <a:p>
            <a:r>
              <a:t>• Time-series analysis for progression tracking</a:t>
            </a:r>
          </a:p>
          <a:p>
            <a:r>
              <a:t>• Integration with imaging data (MRI, DaTscan)</a:t>
            </a:r>
          </a:p>
          <a:p/>
          <a:p>
            <a:r>
              <a:t>Feature Engineering:</a:t>
            </a:r>
          </a:p>
          <a:p>
            <a:r>
              <a:t>• Genetic markers and biomarkers</a:t>
            </a:r>
          </a:p>
          <a:p>
            <a:r>
              <a:t>• Environmental risk factors</a:t>
            </a:r>
          </a:p>
          <a:p>
            <a:r>
              <a:t>• Longitudinal data tracking</a:t>
            </a:r>
          </a:p>
          <a:p/>
          <a:p>
            <a:r>
              <a:t>GUI Improvements:</a:t>
            </a:r>
          </a:p>
          <a:p>
            <a:r>
              <a:t>• Web-based interface</a:t>
            </a:r>
          </a:p>
          <a:p>
            <a:r>
              <a:t>• Mobile application</a:t>
            </a:r>
          </a:p>
          <a:p>
            <a:r>
              <a:t>• Integration with EMR systems</a:t>
            </a:r>
          </a:p>
          <a:p/>
          <a:p>
            <a:r>
              <a:t>🎯 Clinical Integration</a:t>
            </a:r>
          </a:p>
          <a:p>
            <a:r>
              <a:t>• Real-time clinical decision support</a:t>
            </a:r>
          </a:p>
          <a:p>
            <a:r>
              <a:t>• Treatment recommendation system</a:t>
            </a:r>
          </a:p>
          <a:p>
            <a:r>
              <a:t>• Patient progress monitoring dashboard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🎯 Project Achievements</a:t>
            </a:r>
          </a:p>
          <a:p>
            <a:r>
              <a:t>✅ Successfully developed ML-based severity prediction system</a:t>
            </a:r>
          </a:p>
          <a:p>
            <a:r>
              <a:t>✅ Created intuitive GUI for clinical use</a:t>
            </a:r>
          </a:p>
          <a:p>
            <a:r>
              <a:t>✅ Achieved balanced performance across severity levels</a:t>
            </a:r>
          </a:p>
          <a:p>
            <a:r>
              <a:t>✅ Implemented robust preprocessing pipeline</a:t>
            </a:r>
          </a:p>
          <a:p>
            <a:r>
              <a:t>✅ Validated with real patient data</a:t>
            </a:r>
          </a:p>
          <a:p/>
          <a:p>
            <a:r>
              <a:t>🏥 Clinical Impact</a:t>
            </a:r>
          </a:p>
          <a:p>
            <a:r>
              <a:t>• Early Detection: Identify disease progression early</a:t>
            </a:r>
          </a:p>
          <a:p>
            <a:r>
              <a:t>• Treatment Planning: Support clinical decision-making</a:t>
            </a:r>
          </a:p>
          <a:p>
            <a:r>
              <a:t>• Patient Management: Monitor disease severity over time</a:t>
            </a:r>
          </a:p>
          <a:p>
            <a:r>
              <a:t>• Research Tool: Aid in Parkinson's research</a:t>
            </a:r>
          </a:p>
          <a:p/>
          <a:p>
            <a:r>
              <a:t>📊 Technical Excellence</a:t>
            </a:r>
          </a:p>
          <a:p>
            <a:r>
              <a:t>• Reproducible Pipeline: Complete training and deployment workflow</a:t>
            </a:r>
          </a:p>
          <a:p>
            <a:r>
              <a:t>• Modular Design: Easy to maintain and extend</a:t>
            </a:r>
          </a:p>
          <a:p>
            <a:r>
              <a:t>• Comprehensive Testing: Validated with multiple scenarios</a:t>
            </a:r>
          </a:p>
          <a:p>
            <a:r>
              <a:t>• User-Friendly: Intuitive interface for healthcare professionals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Discussion</a:t>
            </a:r>
          </a:p>
          <a:p/>
          <a:p>
            <a:r>
              <a:t>Contact Information</a:t>
            </a:r>
          </a:p>
          <a:p>
            <a:r>
              <a:t>• Email: [your.email@example.com]</a:t>
            </a:r>
          </a:p>
          <a:p>
            <a:r>
              <a:t>• GitHub: [github.com/yourusername]</a:t>
            </a:r>
          </a:p>
          <a:p/>
          <a:p>
            <a:r>
              <a:t>Project Repository</a:t>
            </a:r>
          </a:p>
          <a:p>
            <a:r>
              <a:t>• Code available in "Major Project" folder</a:t>
            </a:r>
          </a:p>
          <a:p>
            <a:r>
              <a:t>• Complete documentation and examples</a:t>
            </a:r>
          </a:p>
          <a:p>
            <a:r>
              <a:t>• Ready for clinical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